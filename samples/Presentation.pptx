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8"/>
  </p:notesMasterIdLst>
  <p:handoutMasterIdLst>
    <p:handoutMasterId r:id="rId19"/>
  </p:handoutMasterIdLst>
  <p:sldIdLst>
    <p:sldId id="315" r:id="rId5"/>
    <p:sldId id="266" r:id="rId6"/>
    <p:sldId id="314" r:id="rId7"/>
    <p:sldId id="271" r:id="rId8"/>
    <p:sldId id="309" r:id="rId9"/>
    <p:sldId id="256" r:id="rId10"/>
    <p:sldId id="312" r:id="rId11"/>
    <p:sldId id="305" r:id="rId12"/>
    <p:sldId id="310" r:id="rId13"/>
    <p:sldId id="316" r:id="rId14"/>
    <p:sldId id="313" r:id="rId15"/>
    <p:sldId id="300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3" y="9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18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66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215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60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897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5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5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C61DF6-3A2D-55DA-8448-C2D07707E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340BB-A35D-C47D-F28F-6FBE043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DAB0E-1B08-9A3E-38B2-E60401CC0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A4B38-C41B-0C14-CB28-67E97211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D99EC-B9CC-A1AC-EFF4-B65977F5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280CA-3626-981C-CF19-E559E0DA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C9117-F419-BD57-1080-86A4D136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4386-29C8-95E0-C9D9-78F27AD2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6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22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8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7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2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7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6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0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88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213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92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37857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9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4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9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59004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682" r:id="rId2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/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5" name="Picture Placeholder 4" descr="People in the middle of a circular room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8" r="7618"/>
          <a:stretch/>
        </p:blipFill>
        <p:spPr/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9" name="Content Placeholder 8" descr="Person alone in an office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b">
            <a:normAutofit/>
          </a:bodyPr>
          <a:lstStyle/>
          <a:p>
            <a:r>
              <a:rPr lang="en-US" dirty="0"/>
              <a:t>Selecting visual aids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Voice modulation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53CE196-36B9-5361-5120-20DF8B3B5581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2347872384"/>
              </p:ext>
            </p:extLst>
          </p:nvPr>
        </p:nvGraphicFramePr>
        <p:xfrm>
          <a:off x="5075238" y="461963"/>
          <a:ext cx="6473823" cy="365760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38538">
                  <a:extLst>
                    <a:ext uri="{9D8B030D-6E8A-4147-A177-3AD203B41FA5}">
                      <a16:colId xmlns:a16="http://schemas.microsoft.com/office/drawing/2014/main" val="1123561819"/>
                    </a:ext>
                  </a:extLst>
                </a:gridCol>
                <a:gridCol w="2097154">
                  <a:extLst>
                    <a:ext uri="{9D8B030D-6E8A-4147-A177-3AD203B41FA5}">
                      <a16:colId xmlns:a16="http://schemas.microsoft.com/office/drawing/2014/main" val="1296588374"/>
                    </a:ext>
                  </a:extLst>
                </a:gridCol>
                <a:gridCol w="1178835">
                  <a:extLst>
                    <a:ext uri="{9D8B030D-6E8A-4147-A177-3AD203B41FA5}">
                      <a16:colId xmlns:a16="http://schemas.microsoft.com/office/drawing/2014/main" val="1285016582"/>
                    </a:ext>
                  </a:extLst>
                </a:gridCol>
                <a:gridCol w="1159296">
                  <a:extLst>
                    <a:ext uri="{9D8B030D-6E8A-4147-A177-3AD203B41FA5}">
                      <a16:colId xmlns:a16="http://schemas.microsoft.com/office/drawing/2014/main" val="4218447726"/>
                    </a:ext>
                  </a:extLst>
                </a:gridCol>
              </a:tblGrid>
              <a:tr h="477078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42107652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Audience attendance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attendees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7143556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Engagement duration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328625713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Q&amp;A interaction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questions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048660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Positive feedback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51585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0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r>
              <a:rPr lang="en-US" dirty="0"/>
              <a:t>Consistent rehearsal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9">
            <a:extLst>
              <a:ext uri="{FF2B5EF4-FFF2-40B4-BE49-F238E27FC236}">
                <a16:creationId xmlns:a16="http://schemas.microsoft.com/office/drawing/2014/main" id="{AEFEE5B3-A51E-DC59-9595-7A6911D82E6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13099663"/>
              </p:ext>
            </p:extLst>
          </p:nvPr>
        </p:nvGraphicFramePr>
        <p:xfrm>
          <a:off x="1630363" y="2757488"/>
          <a:ext cx="9918700" cy="3383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93037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89077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2463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710257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Impact factor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Achieved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2231563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92331104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04673958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166282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ShojiVTI</Template>
  <TotalTime>0</TotalTime>
  <Words>417</Words>
  <Application>Microsoft Office PowerPoint</Application>
  <PresentationFormat>ワイド画面</PresentationFormat>
  <Paragraphs>120</Paragraphs>
  <Slides>13</Slides>
  <Notes>13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ShojiVTI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2026-02-13T02:43:28Z</dcterms:created>
  <dcterms:modified xsi:type="dcterms:W3CDTF">2026-02-13T02:43:30Z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