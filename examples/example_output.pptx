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3.xml" ContentType="application/vnd.openxmlformats-officedocument.customXmlProperties+xml"/>
  <Override PartName="/customXml/itemProps22.xml" ContentType="application/vnd.openxmlformats-officedocument.customXmlProperties+xml"/>
  <Override PartName="/customXml/itemProps31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1.xml" ContentType="application/vnd.openxmlformats-officedocument.presentationml.handoutMaster+xml"/>
  <Override PartName="/ppt/media/image3.svg" ContentType="image/svg+xml"/>
  <Override PartName="/ppt/notesMasters/notesMaster1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12.xml" ContentType="application/vnd.openxmlformats-officedocument.presentationml.slideLayout+xml"/>
  <Override PartName="/ppt/slideLayouts/slideLayout1110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414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913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2.xml" ContentType="application/vnd.openxmlformats-officedocument.theme+xml"/>
  <Override PartName="/ppt/theme/theme21.xml" ContentType="application/vnd.openxmlformats-officedocument.theme+xml"/>
  <Override PartName="/ppt/theme/theme3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12"/>
    <p:sldId id="257" r:id="rId13"/>
    <p:sldId id="258" r:id="rId14"/>
    <p:sldId id="259" r:id="rId15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94" autoAdjust="0"/>
    <p:restoredTop sz="95405" autoAdjust="0"/>
  </p:normalViewPr>
  <p:slideViewPr>
    <p:cSldViewPr snapToGrid="0">
      <p:cViewPr varScale="1">
        <p:scale>
          <a:sx n="115" d="100"/>
          <a:sy n="115" d="100"/>
        </p:scale>
        <p:origin x="114" y="22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97" d="100"/>
          <a:sy n="97" d="100"/>
        </p:scale>
        <p:origin x="3618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3.xml"/><Relationship Id="rId2" Type="http://schemas.openxmlformats.org/officeDocument/2006/relationships/customXml" Target="../customXml/item2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8" Type="http://schemas.openxmlformats.org/officeDocument/2006/relationships/notesMaster" Target="notesMasters/notesMaster11.xml"/><Relationship Id="rId19" Type="http://schemas.openxmlformats.org/officeDocument/2006/relationships/handoutMaster" Target="handoutMasters/handoutMaster1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2.xml"/><Relationship Id="rId23" Type="http://schemas.openxmlformats.org/officeDocument/2006/relationships/tableStyles" Target="tableStyles.xml"/><Relationship Id="rId24" Type="http://schemas.microsoft.com/office/2018/10/relationships/authors" Target="authors.xml"/></Relationships>
</file>

<file path=ppt/handoutMasters/_rels/handout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33.xml"/></Relationships>
</file>

<file path=ppt/handoutMasters/handoutMaster1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/>
            </a:lvl1pPr>
          </a:lstStyle>
          <a:p>
            <a:pPr rtl="0"/>
            <a:fld id="{F1D85F80-ADFF-425F-9D9D-05A0B95D5D60}" type="datetime1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2024/3/14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/>
            </a:lvl1pPr>
          </a:lstStyle>
          <a:p>
            <a:pPr rtl="0"/>
            <a:fld id="{49E357A0-8177-46BC-BFCE-19D99E3453CC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21.xml"/></Relationships>
</file>

<file path=ppt/notesMasters/notesMaster1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4DB01499-0B29-45DB-95C6-A8355E7AECA6}" type="datetime1">
              <a:rPr lang="ja-JP" altLang="en-US" smtClean="0">
                <a:ea typeface="Meiryo UI" panose="020B0604030504040204" pitchFamily="50" charset="-128"/>
              </a:rPr>
              <a:t>2024/3/14</a:t>
            </a:fld>
            <a:endParaRPr dirty="0">
              <a:ea typeface="Meiryo UI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ja-JP"/>
            </a:defPPr>
          </a:lstStyle>
          <a:p>
            <a:pPr rtl="0"/>
            <a:endParaRPr lang="ja-JP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ja-JP"/>
            </a:defPPr>
          </a:lstStyle>
          <a:p>
            <a:pPr lvl="0" rtl="0"/>
            <a:r>
              <a:rPr lang="ja-JP" noProof="0" dirty="0"/>
              <a:t>クリックしてマスター テキストのスタイルを編集</a:t>
            </a:r>
          </a:p>
          <a:p>
            <a:pPr lvl="1" rtl="0"/>
            <a:r>
              <a:rPr lang="ja-JP" noProof="0" dirty="0"/>
              <a:t>第 2 レベル</a:t>
            </a:r>
          </a:p>
          <a:p>
            <a:pPr lvl="2" rtl="0"/>
            <a:r>
              <a:rPr lang="ja-JP" noProof="0" dirty="0"/>
              <a:t>第 3 レベル</a:t>
            </a:r>
          </a:p>
          <a:p>
            <a:pPr lvl="3" rtl="0"/>
            <a:r>
              <a:rPr lang="ja-JP" noProof="0" dirty="0"/>
              <a:t>第 4 レベル</a:t>
            </a:r>
          </a:p>
          <a:p>
            <a:pPr lvl="4" rtl="0"/>
            <a:r>
              <a:rPr lang="ja-JP" noProof="0" dirty="0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7C366290-4595-5745-A50F-D5EC13BAC604}" type="slidenum">
              <a:rPr lang="en-US" altLang="ja-JP" smtClean="0"/>
              <a:pPr/>
              <a:t>‹#›</a:t>
            </a:fld>
            <a:endParaRPr lang="en-US" altLang="en-US" dirty="0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6pPr>
    <a:lvl7pPr marL="27432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7pPr>
    <a:lvl8pPr marL="32004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8pPr>
    <a:lvl9pPr marL="36576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9pPr>
  </p:notesStyle>
</p:notesMaster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2.png"/><Relationship Id="rId3" Type="http://schemas.openxmlformats.org/officeDocument/2006/relationships/image" Target="../media/image3.sv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フリーフォーム:図形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フリーフォーム:図形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フリーフォーム:図形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フリーフォーム:図形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rtlCol="0" anchor="ctr"/>
          <a:lstStyle>
            <a:lvl1pPr algn="ctr">
              <a:defRPr lang="ja-JP" sz="4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議題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リーフォーム(F)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フリーフォーム:図形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フリーフォーム:図形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フリーフォーム:図形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rtlCol="0" anchor="ctr" anchorCtr="0"/>
          <a:lstStyle>
            <a:lvl1pPr algn="l">
              <a:defRPr lang="ja-JP" sz="320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 rtlCol="0"/>
          <a:lstStyle>
            <a:lvl1pPr marL="0" indent="0" algn="r">
              <a:buNone/>
              <a:defRPr lang="ja-JP" sz="2400" cap="all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r"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14400" indent="0" algn="r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371600" indent="0" algn="r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828800" indent="0" algn="r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キャプション付きの画像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rtlCol="0" anchor="ctr"/>
          <a:lstStyle>
            <a:lvl1pPr>
              <a:lnSpc>
                <a:spcPct val="75000"/>
              </a:lnSpc>
              <a:defRPr lang="ja-JP" sz="4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pic>
        <p:nvPicPr>
          <p:cNvPr id="9" name="画像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フリーフォーム:図形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図プレースホルダー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rtlCol="0" anchor="t">
            <a:noAutofit/>
          </a:bodyPr>
          <a:lstStyle>
            <a:lvl1pPr marL="0" indent="0" algn="r"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lang="ja-JP" sz="2800"/>
            </a:lvl2pPr>
            <a:lvl3pPr marL="914400" indent="0">
              <a:buNone/>
              <a:defRPr lang="ja-JP" sz="2400"/>
            </a:lvl3pPr>
            <a:lvl4pPr marL="1371600" indent="0">
              <a:buNone/>
              <a:defRPr lang="ja-JP" sz="2000"/>
            </a:lvl4pPr>
            <a:lvl5pPr marL="1828800" indent="0">
              <a:buNone/>
              <a:defRPr lang="ja-JP" sz="2000"/>
            </a:lvl5pPr>
            <a:lvl6pPr marL="2286000" indent="0">
              <a:buNone/>
              <a:defRPr lang="ja-JP" sz="2000"/>
            </a:lvl6pPr>
            <a:lvl7pPr marL="2743200" indent="0">
              <a:buNone/>
              <a:defRPr lang="ja-JP" sz="2000"/>
            </a:lvl7pPr>
            <a:lvl8pPr marL="3200400" indent="0">
              <a:buNone/>
              <a:defRPr lang="ja-JP" sz="2000"/>
            </a:lvl8pPr>
            <a:lvl9pPr marL="3657600" indent="0">
              <a:buNone/>
              <a:defRPr lang="ja-JP" sz="2000"/>
            </a:lvl9pPr>
          </a:lstStyle>
          <a:p>
            <a:pPr rtl="0"/>
            <a:r>
              <a:rPr lang="ja-JP"/>
              <a:t>アイコンをクリックして画像を追加</a:t>
            </a:r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セクション ヘッダー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リーフォーム(F)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フリーフォーム:図形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フリーフォーム:図形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rtlCol="0" anchor="b"/>
          <a:lstStyle>
            <a:lvl1pPr>
              <a:lnSpc>
                <a:spcPct val="75000"/>
              </a:lnSpc>
              <a:defRPr lang="ja-JP" sz="48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 rtlCol="0">
            <a:noAutofit/>
          </a:bodyPr>
          <a:lstStyle>
            <a:lvl1pPr marL="0" indent="0">
              <a:buNone/>
              <a:defRPr lang="ja-JP" sz="20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アイコンをクリックして画像を追加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 rtlCol="0">
            <a:noAutofit/>
          </a:bodyPr>
          <a:lstStyle>
            <a:lvl1pPr marL="0" indent="0">
              <a:buFont typeface="Courier New" panose="02070309020205020404" pitchFamily="49" charset="0"/>
              <a:buNone/>
              <a:defRPr lang="ja-JP" sz="2400" b="0" cap="all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lang="ja-JP" sz="2400"/>
            </a:lvl4pPr>
            <a:lvl5pPr>
              <a:defRPr lang="ja-JP" sz="2400"/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引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フリーフォーム:図形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リーフォーム(F)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6" name="グラフィック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フリーフォーム:図形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rtlCol="0" anchor="b" anchorCtr="0"/>
          <a:lstStyle>
            <a:lvl1pPr algn="ctr">
              <a:defRPr lang="ja-JP" sz="4800" cap="none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32" name="テキスト プレースホルダー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ja-JP" sz="2400" cap="all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 rtl="0"/>
            <a:r>
              <a:rPr lang="ja-JP"/>
              <a:t>クリックしてテキストを追加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​​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ja-JP" sz="3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2" name="コンテンツ プレースホルダー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2039112"/>
            <a:ext cx="4576953" cy="3877055"/>
          </a:xfrm>
        </p:spPr>
        <p:txBody>
          <a:bodyPr rtlCol="0">
            <a:normAutofit/>
          </a:bodyPr>
          <a:lstStyle>
            <a:lvl1pPr marL="0" indent="0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6" name="コンテンツ プレースホルダー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57747" y="2039112"/>
            <a:ext cx="4576953" cy="3877055"/>
          </a:xfrm>
        </p:spPr>
        <p:txBody>
          <a:bodyPr rtlCol="0">
            <a:normAutofit/>
          </a:bodyPr>
          <a:lstStyle>
            <a:lvl1pPr marL="0" indent="0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7" name="フリーフォーム(F)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フリーフォーム(F)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2400" b="0" i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58FB4751-880F-D840-AAA9-3A15815CC996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コンテンツ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フリーフォーム:図形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ja-JP"/>
              </a:defPPr>
            </a:lstStyle>
            <a:p>
              <a:pPr lvl="0" rtl="0"/>
              <a:endParaRPr 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フリーフォーム:図形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ja-JP"/>
              </a:defPPr>
            </a:lstStyle>
            <a:p>
              <a:pPr lvl="0" rtl="0"/>
              <a:endParaRPr 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8" name="タイトル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/>
          <a:lstStyle>
            <a:lvl1pPr>
              <a:defRPr lang="ja-JP" sz="3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10" name="コンテンツ プレースホルダー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4399" y="2039112"/>
            <a:ext cx="3364992" cy="3904488"/>
          </a:xfrm>
        </p:spPr>
        <p:txBody>
          <a:bodyPr rtlCol="0">
            <a:normAutofit/>
          </a:bodyPr>
          <a:lstStyle>
            <a:lvl1pPr marL="228600" indent="-228600">
              <a:buFont typeface="+mj-lt"/>
              <a:buAutoNum type="arabicPeriod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/>
            </a:lvl5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</p:txBody>
      </p:sp>
      <p:sp>
        <p:nvSpPr>
          <p:cNvPr id="6" name="コンテンツ プレースホルダー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743451" y="2039112"/>
            <a:ext cx="6537960" cy="3904488"/>
          </a:xfrm>
        </p:spPr>
        <p:txBody>
          <a:bodyPr rtlCol="0">
            <a:normAutofit/>
          </a:bodyPr>
          <a:lstStyle>
            <a:lvl1pPr marL="0" indent="0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2400" b="0" i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58FB4751-880F-D840-AAA9-3A15815CC996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リーフォーム(F)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フリーフォーム:図形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タイトル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ja-JP" sz="3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7" name="表プレースホルダー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endParaRPr lang="ja-JP"/>
          </a:p>
        </p:txBody>
      </p:sp>
      <p:sp>
        <p:nvSpPr>
          <p:cNvPr id="3" name="スライド番号プレースホルダー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2400" b="0" i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58FB4751-880F-D840-AAA9-3A15815CC996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結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フリーフォーム(F)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フリーフォーム:図形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フリーフォーム:図形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rtlCol="0" anchor="ctr"/>
          <a:lstStyle>
            <a:lvl1pPr algn="l">
              <a:defRPr lang="ja-JP" sz="4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3" name="コンテンツ プレースホルダー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48856" y="914400"/>
            <a:ext cx="3867912" cy="5029200"/>
          </a:xfrm>
        </p:spPr>
        <p:txBody>
          <a:bodyPr rtlCol="0"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lang="ja-JP" sz="2000" cap="all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フリーフォーム:図形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ja-JP"/>
              </a:defPPr>
            </a:lstStyle>
            <a:p>
              <a:pPr lvl="0" rtl="0"/>
              <a:endParaRPr 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フリーフォーム:図形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ja-JP"/>
              </a:defPPr>
            </a:lstStyle>
            <a:p>
              <a:pPr lvl="0" rtl="0"/>
              <a:endParaRPr 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6" name="タイトル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rtlCol="0" anchor="b" anchorCtr="0"/>
          <a:lstStyle>
            <a:lvl1pPr>
              <a:defRPr lang="ja-JP" sz="3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12" name="フリーフォーム(F)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フリーフォーム(F)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フリーフォーム(F)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039112"/>
            <a:ext cx="7150608" cy="3356576"/>
          </a:xfrm>
        </p:spPr>
        <p:txBody>
          <a:bodyPr rtlCol="0">
            <a:normAutofit/>
          </a:bodyPr>
          <a:lstStyle>
            <a:lvl1pPr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lang="ja-JP"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lang="ja-JP" sz="14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lang="ja-JP" sz="14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3" name="スライド番号プレースホルダー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2400" b="0" i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58FB4751-880F-D840-AAA9-3A15815CC996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9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、コンテンツ、画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フリーフォーム:図形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フリーフォーム:図形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タイトル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rtlCol="0" anchor="b" anchorCtr="0"/>
          <a:lstStyle>
            <a:lvl1pPr>
              <a:defRPr lang="ja-JP" sz="3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endParaRPr lang="ja-JP" dirty="0"/>
          </a:p>
        </p:txBody>
      </p:sp>
      <p:sp>
        <p:nvSpPr>
          <p:cNvPr id="3" name="コンテンツ プレースホルダー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14399" y="2039111"/>
            <a:ext cx="5650992" cy="3904488"/>
          </a:xfrm>
        </p:spPr>
        <p:txBody>
          <a:bodyPr rtlCol="0">
            <a:normAutofit/>
          </a:bodyPr>
          <a:lstStyle>
            <a:lvl1pPr marL="0" indent="0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 rtlCol="0">
            <a:normAutofit/>
          </a:bodyPr>
          <a:lstStyle>
            <a:lvl1pPr marL="0" indent="0" algn="r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アイコンをクリックして画像を追加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2400" b="0" i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58FB4751-880F-D840-AAA9-3A15815CC996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と 2 コンテンツ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フリーフォーム:図形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フリーフォーム:図形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フリーフォーム:図形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8" name="直線​​コネクタ(S)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タイトル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ja-JP" sz="3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endParaRPr lang="ja-JP" dirty="0"/>
          </a:p>
        </p:txBody>
      </p:sp>
      <p:sp>
        <p:nvSpPr>
          <p:cNvPr id="3" name="コンテンツ プレースホルダー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14399" y="2039111"/>
            <a:ext cx="2816352" cy="3840480"/>
          </a:xfrm>
        </p:spPr>
        <p:txBody>
          <a:bodyPr rtlCol="0">
            <a:normAutofit/>
          </a:bodyPr>
          <a:lstStyle>
            <a:lvl1pPr marL="0" indent="0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10" name="コンテンツ プレースホルダー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97800" y="2039111"/>
            <a:ext cx="6949440" cy="3840480"/>
          </a:xfrm>
        </p:spPr>
        <p:txBody>
          <a:bodyPr rtlCol="0"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2400" b="0" i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58FB4751-880F-D840-AAA9-3A15815CC996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 2 コンテン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フリーフォーム:図形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フリーフォーム:図形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タイトル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ja-JP" sz="3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6" name="コンテンツ プレースホルダー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4399" y="2039111"/>
            <a:ext cx="6729984" cy="3840480"/>
          </a:xfrm>
        </p:spPr>
        <p:txBody>
          <a:bodyPr rtlCol="0"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lang="ja-JP" sz="2000" cap="all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2" name="コンテンツ プレースホルダー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13472" y="2039111"/>
            <a:ext cx="3163824" cy="3840480"/>
          </a:xfrm>
        </p:spPr>
        <p:txBody>
          <a:bodyPr rtlCol="0">
            <a:normAutofit/>
          </a:bodyPr>
          <a:lstStyle>
            <a:lvl1pPr marL="0" indent="0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2400" b="0" i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58FB4751-880F-D840-AAA9-3A15815CC996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4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フリーフォーム:図形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ja-JP"/>
              </a:defPPr>
            </a:lstStyle>
            <a:p>
              <a:pPr lvl="0" rtl="0"/>
              <a:endParaRPr 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" name="フリーフォーム:図形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ja-JP"/>
              </a:defPPr>
            </a:lstStyle>
            <a:p>
              <a:pPr lvl="0" rtl="0"/>
              <a:endParaRPr lang="ja-JP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6" name="フリーフォーム:図形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ja-JP"/>
            </a:defPPr>
          </a:lstStyle>
          <a:p>
            <a:pPr lvl="0" rtl="0"/>
            <a:endParaRPr lang="ja-JP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ja-JP" sz="2400" b="0" i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58FB4751-880F-D840-AAA9-3A15815CC996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511.xml"/><Relationship Id="rId6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5.xml"/><Relationship Id="rId8" Type="http://schemas.openxmlformats.org/officeDocument/2006/relationships/slideLayout" Target="../slideLayouts/slideLayout82.xml"/><Relationship Id="rId9" Type="http://schemas.openxmlformats.org/officeDocument/2006/relationships/slideLayout" Target="../slideLayouts/slideLayout913.xml"/><Relationship Id="rId10" Type="http://schemas.openxmlformats.org/officeDocument/2006/relationships/slideLayout" Target="../slideLayouts/slideLayout1012.xml"/><Relationship Id="rId11" Type="http://schemas.openxmlformats.org/officeDocument/2006/relationships/slideLayout" Target="../slideLayouts/slideLayout1110.xml"/><Relationship Id="rId12" Type="http://schemas.openxmlformats.org/officeDocument/2006/relationships/slideLayout" Target="../slideLayouts/slideLayout126.xml"/><Relationship Id="rId13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414.xml"/><Relationship Id="rId15" Type="http://schemas.openxmlformats.org/officeDocument/2006/relationships/theme" Target="../theme/theme12.xml"/></Relationships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マスター タイトルの書式設定</a:t>
            </a:r>
            <a:endParaRPr lang="ja-JP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ja-JP"/>
            </a:def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ja-JP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2400" b="0" i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58FB4751-880F-D840-AAA9-3A15815CC996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8" name="直線​​コネクタ(S)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ja-JP" sz="6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ja-JP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lang="ja-JP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457200" algn="l" defTabSz="914400" rtl="0" eaLnBrk="1" latinLnBrk="0" hangingPunct="1">
        <a:defRPr lang="ja-JP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914400" algn="l" defTabSz="914400" rtl="0" eaLnBrk="1" latinLnBrk="0" hangingPunct="1">
        <a:defRPr lang="ja-JP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371600" algn="l" defTabSz="914400" rtl="0" eaLnBrk="1" latinLnBrk="0" hangingPunct="1">
        <a:defRPr lang="ja-JP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828800" algn="l" defTabSz="914400" rtl="0" eaLnBrk="1" latinLnBrk="0" hangingPunct="1">
        <a:defRPr lang="ja-JP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286000" algn="l" defTabSz="914400" rtl="0" eaLnBrk="1" latinLnBrk="0" hangingPunct="1">
        <a:defRPr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743200" algn="l" defTabSz="914400" rtl="0" eaLnBrk="1" latinLnBrk="0" hangingPunct="1">
        <a:defRPr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200400" algn="l" defTabSz="914400" rtl="0" eaLnBrk="1" latinLnBrk="0" hangingPunct="1">
        <a:defRPr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657600" algn="l" defTabSz="914400" rtl="0" eaLnBrk="1" latinLnBrk="0" hangingPunct="1">
        <a:defRPr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 Skills デモンストレーション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このスキルでできること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テンプレートの自動分析</a:t>
            </a:r>
          </a:p>
          <a:p>
            <a:pPr/>
            <a:r>
              <a:t>レイアウト構造の完全把握</a:t>
            </a:r>
          </a:p>
          <a:p>
            <a:pPr/>
            <a:r>
              <a:t>プログラムによるスライド生成</a:t>
            </a:r>
          </a:p>
          <a:p>
            <a:pPr/>
            <a:r>
              <a:t>テンプレートスタイルの完全保持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使い方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1. テンプレートをアップロード</a:t>
            </a:r>
          </a:p>
          <a:p>
            <a:pPr/>
            <a:r>
              <a:t>2. 自動分析で設定生成</a:t>
            </a:r>
          </a:p>
          <a:p>
            <a:pPr/>
            <a:r>
              <a:t>3. スライド内容を定義</a:t>
            </a:r>
          </a:p>
          <a:p>
            <a:pPr/>
            <a:r>
              <a:t>4. 自動でプレゼンテーション作成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2.xml><?xml version="1.0" encoding="utf-8"?>
<a:theme xmlns:a="http://schemas.openxmlformats.org/drawingml/2006/main" name="ユーザー設定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ap:Properties xmlns:vt="http://schemas.openxmlformats.org/officeDocument/2006/docPropsVTypes" xmlns:ap="http://schemas.openxmlformats.org/officeDocument/2006/extended-properties">
  <ap:Template/>
  <ap:TotalTime>0</ap:TotalTime>
  <ap:Words>747</ap:Words>
  <ap:PresentationFormat>Widescreen</ap:PresentationFormat>
  <ap:Paragraphs>134</ap:Paragraphs>
  <ap:Slides>13</ap:Slides>
  <ap:Notes>13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ap:HeadingPairs>
  <ap:TitlesOfParts>
    <vt:vector baseType="lpstr" size="17">
      <vt:lpstr>Meiryo UI</vt:lpstr>
      <vt:lpstr>Arial</vt:lpstr>
      <vt:lpstr>Courier New</vt:lpstr>
      <vt:lpstr>ユーザー設定</vt:lpstr>
      <vt:lpstr>プレゼンテーションのタイトル</vt:lpstr>
      <vt:lpstr>議題</vt:lpstr>
      <vt:lpstr>コミュニケーションのパワー</vt:lpstr>
      <vt:lpstr>緊張に打ち勝つ</vt:lpstr>
      <vt:lpstr>聞き手を引き付ける</vt:lpstr>
      <vt:lpstr>視覚資料の選択</vt:lpstr>
      <vt:lpstr>効果的にプレゼンテーションを提供するテクニック</vt:lpstr>
      <vt:lpstr>Q&amp;A セッションのナビゲート</vt:lpstr>
      <vt:lpstr>話し方の影響</vt:lpstr>
      <vt:lpstr>話し方の影響 </vt:lpstr>
      <vt:lpstr>最後のヒントと考慮事項</vt:lpstr>
      <vt:lpstr>スピーキング エンゲージメント指標</vt:lpstr>
      <vt:lpstr>ありがとうございました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2023-12-12T20:05:16Z</dcterms:created>
  <dcterms:modified xsi:type="dcterms:W3CDTF">2024-03-14T01:39:13Z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